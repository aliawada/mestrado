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7DA61B-255C-4797-876D-59317F3DC05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93040C-710D-47F7-AFB5-0EEA2DDAF0C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2414DB-BD4B-472F-BAE1-5F34F06DBE6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B73027-343A-4D03-BE37-CB268A0BEB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58E364-E197-433D-9CCA-C090715D465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54BC15-070D-44CD-A30B-16F1F3A3D8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9D2629-B4AE-45F3-9745-57B6DE4014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1F0B14-04B8-4104-A0B1-197A988E14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F9E28A-6B42-44FF-AA6B-2B15122FE06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4C697D-3E08-4EF4-B873-DEBBF5CDF2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67297A-E07B-48CC-8B4D-571A94A401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Algoritmo A* em C - Busca de Caminho Otimizada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Seminário de Algoritmos e Estruturas de Dados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Apresentado por: Ali Abdallah Awada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Tempo total: 50 minutos (40min apresentação + 10min perguntas)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 do Projeto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Implementar e demonstrar o funcionamento do algoritmo A* (A estrela) para busca de caminhos.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Utilizar uma grade 10x10 com obstáculos representando um grafo implícito.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Calcular e exibir o menor caminho do ponto inicial até o destino.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Mostrar o custo real (g), a heurística (h) e a soma (f = g + h) de cada nó visitado.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Explicar de forma clara cada parte do código, do mapa e da lógica.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A ideia é tornar o algoritmo visual, lógico e aplicável para jogos, IA, robótica e navegação.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que é o A* (A estrela)?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É um algoritmo de busca informada que encontra o caminho mais curto entre dois pontos.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Combina custo real (g) e estimativa heurística (h) para decidir o próximo nó a visitar.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função usada é f(n) = g(n) + h(n).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g(n): custo acumulado do início até o nó n.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h(n): estimativa do custo restante até o destino.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O A* sempre escolhe o nó com menor f(n).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Muito usado em inteligência artificial, jogos, sistemas de navegação, logística, etc.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Heurística usada: Distância de Manhattan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heurística utilizada no projeto é a distância de Manhattan.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Fórmula: h(n) = |x1 - x2| + |y1 - y2|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Ela mede o número de passos em uma grade ortogonal (sem diagonais).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Escolhida porque o movimento na grade é apenas para cima, baixo, esquerda e direita.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Heurísticas como Euclidiana não fazem sentido aqui porque não há movimentação diagonal.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distância de Manhattan é admissível e consistente para esse tipo de grafo.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Isso garante que o A* encontre o menor caminho sem superestimar.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Representação da Grade como Grafo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grade 10x10 é um grafo implícito.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Cada célula (livre) é um vértice.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Cada célula tem até 4 vizinhos conectados (cima, baixo, esquerda, direita).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Obstáculos (representados por 1 no grid) removem conexões.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Não usamos listas de adjacência explícitas — tudo é calculado dinamicamente.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Essa abordagem é mais simples para grade e muito usada em jogos e simulações.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Estrutura do Código em C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astar.c → algoritmo A* completo (modularizado).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astar.h → declarações das estruturas e funções.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main.c → define o mapa, executa o algoritmo e mostra resultados.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node_costs.c → imprime os valores g, h, f dos nós.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visual_graph.c → mostra o grafo de forma textual com coordenadas.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Separar o código em arquivos facilita entendimento e manutenção.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Passo a passo do Algoritmo A*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Inicializa o nó inicial (g = 0, calcula h e f).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Adiciona o nó inicial à lista aberta.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Enquanto houver nós abertos: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a. Escolhe o nó com menor f(n).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b. Se for o destino, reconstrói o caminho final.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c. Move o nó atual para a lista fechada.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d. Para cada vizinho válido: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• Se já foi fechado, ignora.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• Calcula novo g, h e f.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• Se for melhor, atualiza o nó e adiciona à lista aberta.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 Visual da Grade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 = Início, E = Fim, # = Obstáculo, . = Caminho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Mapa 10x10 com obstáculos fixos.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Visualização permite interpretar os movimentos do algoritmo.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Cada ponto visitado tem g, h, f calculado e armazenado.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O caminho é reconstruído ao final usando os pais de cada nó.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Saída do Programa e Interpretação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097280"/>
            <a:ext cx="8229240" cy="15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Caminho exibido na grade com '.' do S ao E.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Custos g/h/f mostrados para cada nó visitado.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Caminho alternativo descartado se f maior.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Exemplo: Soma total dos custos dos nós no caminho: 171.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O programa ajuda a entender o porquê da decisão tomada pelo A*.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Conclusão e Discussão Final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A* é eficiente, visual e poderoso.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heurística de Manhattan foi ideal para esse cenário.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modularização do código facilitou testes e expansão.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algoritmo encontra sempre o melhor caminho quando a heurística é admissível.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Perguntas e curiosidades são bem-vindas agora!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LibreOffice/25.2.3.2$Windows_X86_64 LibreOffice_project/bbb074479178df812d175f709636b368952c2ce3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2025-05-18T17:33:00Z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