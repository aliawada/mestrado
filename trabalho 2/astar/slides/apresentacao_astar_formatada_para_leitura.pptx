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F96FA0-85E2-4F92-A5D6-0A18078334A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104EF0-C3B8-4AD4-A774-EB583D25549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85D4A0-1C6F-4AC1-A700-F1DF1C00502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A74E44-C7D8-4CDC-8C13-0324E269189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E18A98-FCBA-4983-8E7B-45CAE8E9E34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035BD0-9961-4462-8730-7CD3A48B80D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4163E9-97E7-415A-97F5-6E8BCCB902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B2786E-EA4D-49D9-BBEE-4C92D55437A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61CFD4-67C1-45B4-A9B6-6B35250F295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8D00E7-3A9C-4FC4-A851-C1566117434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791531-6473-4542-B380-45FC4B7EE06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Algoritmo A* em C - Busca de Caminho Otimizada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Seminário de Algoritmos e Estruturas de Dados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Apresentado por: Ali Abdallah Awada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que é o algoritmo A*?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1097280"/>
            <a:ext cx="8229240" cy="25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A* é um algoritmo de busca que encontra o menor caminho entre dois pontos.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Ele usa uma função f(n) = g(n) + h(n):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- g(n): custo real do início até o nó.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- h(n): estimativa da distância restante.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A* escolhe sempre o nó com menor f(n).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A* funciona como uma bússola inteligente: ele olha o quanto já andou (g) e o quanto ainda falta (h), e toma decisões com base nisso. Isso permite que ele encontre o menor caminho possível, sem precisar testar todos os caminhos à força.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Heurística utilizada: Manhattan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457200" y="1097280"/>
            <a:ext cx="8229240" cy="22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Fórmula: h(n) = |x1 - x2| + |y1 - y2|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Funciona bem para grids ortogonais (sem diagonais).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Garante eficiência e precisão no A* nesse tipo de mapa.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Heurística admissível, simples e confiável.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Manhattan mede os passos em linha reta, como se andássemos por quarteirões. Como nosso mapa não permite diagonais, essa heurística se encaixa perfeitamente. Ela é rápida de calcular e não exagera, o que garante que o A* sempre encontre o menor caminho.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que é uma heurística admissível?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457200" y="1097280"/>
            <a:ext cx="8229240" cy="18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É uma heurística que nunca superestima o custo real até o destino.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Isso garante que o A* encontre sempre o melhor caminho.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Manhattan é admissível pois calcula o custo mínimo possível em linha reta.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Uma heurística admissível é aquela que nunca promete mais do que pode cumprir. Se ela sempre prevê um custo igual ou menor do que o real, o A* vai conseguir encontrar o melhor caminho sem erro.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representamos o grafo?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57200" y="1097280"/>
            <a:ext cx="8229240" cy="22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grade 10x10 é um grafo implícito.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Cada célula livre é um vértice com até 4 vizinhos.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Obstáculos removem essas conexões.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grafo é calculado dinamicamente durante a execução.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gente não cria o grafo manualmente com listas. Em vez disso, o próprio mapa já define quais caminhos existem. Cada célula se conecta com as vizinhas que não forem obstáculos, o que é simples e muito eficiente para esse tipo de problema.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o código está estruturado?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097280"/>
            <a:ext cx="8229240" cy="25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astar.c → lógica principal (busca, atualização de vizinhos, reconstrução do caminho)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astar.h → declarações das estruturas e funções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main.c → mapa, execução e saída final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node_costs.c → impressão dos valores g/h/f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visual_graph.c → visualização em forma de grafo textual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separação dos arquivos ajuda muito na organização. A lógica pesada fica isolada em astar.c, e o main só cuida da execução e visualização. Isso facilita tanto a manutenção do código quanto a explicação dele.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o A* funciona passo a passo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097280"/>
            <a:ext cx="8229240" cy="280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Inicializa o nó inicial com g = 0 e calcula f.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Adiciona o nó à lista aberta.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Enquanto houver nós na lista aberta: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a. Escolhe o nó com menor f.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b. Se for o destino, reconstrói o caminho.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c. Move o nó para a lista fechada.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d. Avalia e atualiza os vizinhos válidos.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algoritmo começa pelo ponto inicial e vai testando vizinhos que parecem mais promissores. Ele vai anotando os custos e pais dos nós até finalmente chegar ao fim e refazer o caminho completo.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Visualização do mapa e do caminho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7200" y="1097280"/>
            <a:ext cx="8229240" cy="18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Mapa usa: S = início, E = fim, # = obstáculo, . = caminho final.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programa mostra visualmente a rota traçada e o mapa completo.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Ajuda a entender como o A* evitou obstáculos e tomou decisões.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Essa visualização é o que torna o algoritmo didático. Dá para ver claramente por onde ele passou, onde desviou, e por que escolheu esse caminho e não outro.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Saída do programa e interpretação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57200" y="1097280"/>
            <a:ext cx="8229240" cy="15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Imprime o mapa com o caminho final traçado.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Mostra os valores g/h/f dos nós visitados.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Essas informações explicam exatamente como o algoritmo chegou ao resultado. Os custos servem como justificativa para cada movimento que o A* fez no mapa.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A* pode errar por causa da heurística?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1097280"/>
            <a:ext cx="8229240" cy="18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Se a heurística for admissível, o A* nunca erra o caminho final.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Mesmo que explore nós ruins antes, ele se corrige ao encontrar um caminho melhor.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Nosso código faz isso ao atualizar o custo se encontrar g menor.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Mesmo se o A* testar um caminho ruim primeiro, ele volta atrás se encontrar um caminho melhor. A heurística só guia a ordem de exploração, mas o custo real (g) é o que manda no resultado final.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LibreOffice/25.2.3.2$Windows_X86_64 LibreOffice_project/bbb074479178df812d175f709636b368952c2ce3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2025-05-18T17:32:36Z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