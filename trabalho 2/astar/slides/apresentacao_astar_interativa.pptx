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CE0661E-EE34-487D-9A1F-BC43E191A72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DDE5B95-90AA-4525-B2B0-8F5B68DF530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Sétimo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2ACC8A4-DB65-4D11-B321-EF3573BEF6E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B5E5CEF-8EB4-401E-A3AD-973B10B232A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Sétimo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23E299D-1BD9-4D54-9105-EA3A842EDB7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675DD02-351E-403B-926D-7BBD57B7DD8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A7AB5D3-EF4F-4871-B7C0-62F8DA19353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E9C4E89-422A-4BA8-9428-F48189C4D21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0C64681-0FD6-4942-9DE9-2D4493D88A8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A0088B4-9E4F-46CD-9054-1EE4C324CDC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EDFCEB5-04E3-42C1-AE7C-4F27A9D3D80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Sétimo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Algoritmo A* em C - Busca de Caminho Otimizada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080" cy="175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Seminário de Algoritmos e Estruturas de Dados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Apresentado por: Ali Abdallah Awada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Action Button: Back or Previous 10">
            <a:hlinkClick r:id="" action="ppaction://hlinkshowjump?jump=nextslide"/>
          </p:cNvPr>
          <p:cNvSpPr/>
          <p:nvPr/>
        </p:nvSpPr>
        <p:spPr>
          <a:xfrm rot="10800000">
            <a:off x="7626600" y="6203880"/>
            <a:ext cx="1371240" cy="456840"/>
          </a:xfrm>
          <a:prstGeom prst="actionButtonBackPrevious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que é o algoritmo A*?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2"/>
          <p:cNvSpPr/>
          <p:nvPr/>
        </p:nvSpPr>
        <p:spPr>
          <a:xfrm>
            <a:off x="457200" y="1097280"/>
            <a:ext cx="8228880" cy="25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A* é um algoritmo de busca que encontra o menor caminho entre dois pontos.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Ele usa uma função f(n) = g(n) + h(n):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- g(n): custo real do início até o nó.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- h(n): estimativa da distância restante.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O A* escolhe sempre o nó com menor f(n).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A* funciona como uma bússola inteligente: ele olha o quanto já andou (g) e o quanto ainda falta (h), e toma decisões com base nisso. Isso permite que ele encontre o menor caminho possível, sem precisar testar todos os caminhos à força.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Action Button: Back or Previous 62">
            <a:hlinkClick r:id="" action="ppaction://hlinkshowjump?jump=previousslide"/>
          </p:cNvPr>
          <p:cNvSpPr/>
          <p:nvPr/>
        </p:nvSpPr>
        <p:spPr>
          <a:xfrm>
            <a:off x="91440" y="6217920"/>
            <a:ext cx="1371240" cy="456840"/>
          </a:xfrm>
          <a:prstGeom prst="actionButtonBackPrevious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Action Button: Back or Previous 1">
            <a:hlinkClick r:id="" action="ppaction://hlinkshowjump?jump=nextslide"/>
          </p:cNvPr>
          <p:cNvSpPr/>
          <p:nvPr/>
        </p:nvSpPr>
        <p:spPr>
          <a:xfrm rot="10800000">
            <a:off x="7698600" y="6203520"/>
            <a:ext cx="1371240" cy="456840"/>
          </a:xfrm>
          <a:prstGeom prst="actionButtonBackPrevious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Heurística utilizada: Manhattan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457200" y="1097280"/>
            <a:ext cx="8228880" cy="22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Fórmula: h(n) = |x1 - x2| + |y1 - y2|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Funciona bem para grids ortogonais (sem diagonais).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Garante eficiência e precisão no A* nesse tipo de mapa.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Heurística admissível, simples e confiável.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 Manhattan mede os passos em linha reta, como se andássemos por quarteirões. Como nosso mapa não permite diagonais, essa heurística se encaixa perfeitamente. Ela é rápida de calcular e não exagera, o que garante que o A* sempre encontre o menor caminho.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Action Button: Back or Previous 64">
            <a:hlinkClick r:id="" action="ppaction://hlinkshowjump?jump=previousslide"/>
          </p:cNvPr>
          <p:cNvSpPr/>
          <p:nvPr/>
        </p:nvSpPr>
        <p:spPr>
          <a:xfrm>
            <a:off x="91440" y="6217920"/>
            <a:ext cx="1371240" cy="456840"/>
          </a:xfrm>
          <a:prstGeom prst="actionButtonBackPrevious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Action Button: Back or Previous 2">
            <a:hlinkClick r:id="" action="ppaction://hlinkshowjump?jump=nextslide"/>
          </p:cNvPr>
          <p:cNvSpPr/>
          <p:nvPr/>
        </p:nvSpPr>
        <p:spPr>
          <a:xfrm rot="10800000">
            <a:off x="7626600" y="6203880"/>
            <a:ext cx="1371240" cy="456840"/>
          </a:xfrm>
          <a:prstGeom prst="actionButtonBackPrevious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que é uma heurística admissível?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457200" y="1097280"/>
            <a:ext cx="8228880" cy="182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É uma heurística que nunca superestima o custo real até o destino.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Isso garante que o A* encontre sempre o melhor caminho.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 Manhattan é admissível pois calcula o custo mínimo possível em linha reta.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Uma heurística admissível é aquela que nunca promete mais do que pode cumprir. Se ela sempre prevê um custo igual ou menor do que o real, o A* vai conseguir encontrar o melhor caminho sem erro.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Action Button: Back or Previous 66">
            <a:hlinkClick r:id="" action="ppaction://hlinkshowjump?jump=previousslide"/>
          </p:cNvPr>
          <p:cNvSpPr/>
          <p:nvPr/>
        </p:nvSpPr>
        <p:spPr>
          <a:xfrm>
            <a:off x="91440" y="6217920"/>
            <a:ext cx="1371240" cy="456840"/>
          </a:xfrm>
          <a:prstGeom prst="actionButtonBackPrevious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Action Button: Back or Previous 3">
            <a:hlinkClick r:id="" action="ppaction://hlinkshowjump?jump=nextslide"/>
          </p:cNvPr>
          <p:cNvSpPr/>
          <p:nvPr/>
        </p:nvSpPr>
        <p:spPr>
          <a:xfrm rot="10800000">
            <a:off x="7626600" y="6203880"/>
            <a:ext cx="1371240" cy="456840"/>
          </a:xfrm>
          <a:prstGeom prst="actionButtonBackPrevious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Como representamos o grafo?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457200" y="1097280"/>
            <a:ext cx="8228880" cy="22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 grade 10x10 é um grafo implícito.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Cada célula livre é um vértice com até 4 vizinhos.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Obstáculos removem essas conexões.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O grafo é calculado dinamicamente durante a execução.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 gente não cria o grafo manualmente com listas. Em vez disso, o próprio mapa já define quais caminhos existem. Cada célula se conecta com as vizinhas que não forem obstáculos, o que é simples e muito eficiente para esse tipo de problema.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Action Button: Back or Previous 68">
            <a:hlinkClick r:id="" action="ppaction://hlinkshowjump?jump=previousslide"/>
          </p:cNvPr>
          <p:cNvSpPr/>
          <p:nvPr/>
        </p:nvSpPr>
        <p:spPr>
          <a:xfrm>
            <a:off x="91440" y="6217920"/>
            <a:ext cx="1371240" cy="456840"/>
          </a:xfrm>
          <a:prstGeom prst="actionButtonBackPrevious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Action Button: Back or Previous 4">
            <a:hlinkClick r:id="" action="ppaction://hlinkshowjump?jump=nextslide"/>
          </p:cNvPr>
          <p:cNvSpPr/>
          <p:nvPr/>
        </p:nvSpPr>
        <p:spPr>
          <a:xfrm rot="10800000">
            <a:off x="7698600" y="6203880"/>
            <a:ext cx="1371240" cy="456840"/>
          </a:xfrm>
          <a:prstGeom prst="actionButtonBackPrevious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Como o código está estruturado?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457200" y="1097280"/>
            <a:ext cx="8228880" cy="25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astar.c → lógica principal (busca, atualização de vizinhos, reconstrução do caminho)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astar.h → declarações das estruturas e funções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main.c → mapa, execução e saída final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node_costs.c → impressão dos valores g/h/f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visual_graph.c → visualização em forma de grafo textual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 separação dos arquivos ajuda muito na organização. A lógica pesada fica isolada em astar.c, e o main só cuida da execução e visualização. Isso facilita tanto a manutenção do código quanto a explicação dele.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Action Button: Back or Previous 70">
            <a:hlinkClick r:id="" action="ppaction://hlinkshowjump?jump=previousslide"/>
          </p:cNvPr>
          <p:cNvSpPr/>
          <p:nvPr/>
        </p:nvSpPr>
        <p:spPr>
          <a:xfrm>
            <a:off x="91440" y="6217920"/>
            <a:ext cx="1371240" cy="456840"/>
          </a:xfrm>
          <a:prstGeom prst="actionButtonBackPrevious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Action Button: Back or Previous 5">
            <a:hlinkClick r:id="" action="ppaction://hlinkshowjump?jump=nextslide"/>
          </p:cNvPr>
          <p:cNvSpPr/>
          <p:nvPr/>
        </p:nvSpPr>
        <p:spPr>
          <a:xfrm rot="10800000">
            <a:off x="7698600" y="6203880"/>
            <a:ext cx="1371240" cy="456840"/>
          </a:xfrm>
          <a:prstGeom prst="actionButtonBackPrevious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Como o A* funciona passo a passo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457200" y="1097280"/>
            <a:ext cx="8228880" cy="28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1. Inicializa o nó inicial com g = 0 e calcula f.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 Adiciona o nó à lista aberta.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 Enquanto houver nós na lista aberta: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a. Escolhe o nó com menor f.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b. Se for o destino, reconstrói o caminho.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c. Move o nó para a lista fechada.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d. Avalia e atualiza os vizinhos válidos.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algoritmo começa pelo ponto inicial e vai testando vizinhos que parecem mais promissores. Ele vai anotando os custos e pais dos nós até finalmente chegar ao fim e refazer o caminho completo.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Action Button: Back or Previous 72">
            <a:hlinkClick r:id="" action="ppaction://hlinkshowjump?jump=previousslide"/>
          </p:cNvPr>
          <p:cNvSpPr/>
          <p:nvPr/>
        </p:nvSpPr>
        <p:spPr>
          <a:xfrm>
            <a:off x="91440" y="6217920"/>
            <a:ext cx="1371240" cy="456840"/>
          </a:xfrm>
          <a:prstGeom prst="actionButtonBackPrevious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Action Button: Back or Previous 6">
            <a:hlinkClick r:id="" action="ppaction://hlinkshowjump?jump=nextslide"/>
          </p:cNvPr>
          <p:cNvSpPr/>
          <p:nvPr/>
        </p:nvSpPr>
        <p:spPr>
          <a:xfrm rot="10800000">
            <a:off x="7698600" y="6203880"/>
            <a:ext cx="1371240" cy="456840"/>
          </a:xfrm>
          <a:prstGeom prst="actionButtonBackPrevious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Visualização do mapa e do caminho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457200" y="1097280"/>
            <a:ext cx="8228880" cy="182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Mapa usa: S = início, E = fim, # = obstáculo, . = caminho final.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O programa mostra visualmente a rota traçada e o mapa completo.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Ajuda a entender como o A* evitou obstáculos e tomou decisões.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Essa visualização é o que torna o algoritmo didático. Dá para ver claramente por onde ele passou, onde desviou, e por que escolheu esse caminho e não outro.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Action Button: Back or Previous 74">
            <a:hlinkClick r:id="" action="ppaction://hlinkshowjump?jump=previousslide"/>
          </p:cNvPr>
          <p:cNvSpPr/>
          <p:nvPr/>
        </p:nvSpPr>
        <p:spPr>
          <a:xfrm>
            <a:off x="91440" y="6217920"/>
            <a:ext cx="1371240" cy="456840"/>
          </a:xfrm>
          <a:prstGeom prst="actionButtonBackPrevious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Action Button: Back or Previous 7">
            <a:hlinkClick r:id="" action="ppaction://hlinkshowjump?jump=nextslide"/>
          </p:cNvPr>
          <p:cNvSpPr/>
          <p:nvPr/>
        </p:nvSpPr>
        <p:spPr>
          <a:xfrm rot="10800000">
            <a:off x="7626600" y="6203880"/>
            <a:ext cx="1371240" cy="456840"/>
          </a:xfrm>
          <a:prstGeom prst="actionButtonBackPrevious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Saída do programa e interpretação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457200" y="1097280"/>
            <a:ext cx="8228880" cy="15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Imprime o mapa com o caminho final traçado.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Mostra os valores g/h/f dos nós visitados.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Essas informações explicam exatamente como o algoritmo chegou ao resultado. Os custos servem como justificativa para cada movimento que o A* fez no mapa.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Action Button: Back or Previous 76">
            <a:hlinkClick r:id="" action="ppaction://hlinkshowjump?jump=previousslide"/>
          </p:cNvPr>
          <p:cNvSpPr/>
          <p:nvPr/>
        </p:nvSpPr>
        <p:spPr>
          <a:xfrm>
            <a:off x="91440" y="6217920"/>
            <a:ext cx="1371240" cy="456840"/>
          </a:xfrm>
          <a:prstGeom prst="actionButtonBackPrevious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Action Button: Back or Previous 8">
            <a:hlinkClick r:id="" action="ppaction://hlinkshowjump?jump=nextslide"/>
          </p:cNvPr>
          <p:cNvSpPr/>
          <p:nvPr/>
        </p:nvSpPr>
        <p:spPr>
          <a:xfrm rot="10800000">
            <a:off x="7626600" y="6203880"/>
            <a:ext cx="1371240" cy="456840"/>
          </a:xfrm>
          <a:prstGeom prst="actionButtonBackPrevious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A* pode errar por causa da heurística?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457200" y="1097280"/>
            <a:ext cx="8228880" cy="182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Se a heurística for admissível, o A* nunca erra o caminho final.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Mesmo que explore nós ruins antes, ele se corrige ao encontrar um caminho melhor.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Nosso código faz isso ao atualizar o custo se encontrar g menor.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Mesmo se o A* testar um caminho ruim primeiro, ele volta atrás se encontrar um caminho melhor. A heurística só guia a ordem de exploração, mas o custo real (g) é o que manda no resultado final.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Action Button: Back or Previous 78">
            <a:hlinkClick r:id="" action="ppaction://hlinkshowjump?jump=previousslide"/>
          </p:cNvPr>
          <p:cNvSpPr/>
          <p:nvPr/>
        </p:nvSpPr>
        <p:spPr>
          <a:xfrm>
            <a:off x="91440" y="6217920"/>
            <a:ext cx="1371240" cy="456840"/>
          </a:xfrm>
          <a:prstGeom prst="actionButtonBackPrevious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LibreOffice/25.2.3.2$Windows_X86_64 LibreOffice_project/bbb074479178df812d175f709636b368952c2ce3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2025-05-18T18:32:25Z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