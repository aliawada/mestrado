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E335C4-DC32-4306-BDC4-D5B57E1ACCC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2329A9-BD97-4BB6-8DF5-77F5D0FFE39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7110F6-F821-4D74-8960-ECF5E136AF5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A05705-3E28-473C-8B72-41100534395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E7BDA1-ED1E-4366-A4CF-3C0467336F7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30AAB9-C191-4162-86C4-CCE70E9991E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078AEC-A8B2-4EB6-92A6-7D704163C28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D824D0-0E8E-4275-A461-1C06ED6DCFF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0043DD-4334-4E8A-8639-652D804888F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967A5A-7DE9-4A47-B3BE-93A1BF1674A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EC907A-06FD-4200-B955-2AAB81E9539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Algoritmo A* em C - Busca de Caminho Otimizada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Seminário de Algoritmos e Estruturas de Dados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Apresentado por: Ali Abdallah Awada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Tempo total: 50 minutos (40min apresentação + 10min perguntas)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que é o algoritmo A*?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57200" y="1097280"/>
            <a:ext cx="822924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A* é um algoritmo de busca que encontra o menor caminho entre dois pontos.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Ele usa uma função f(n) = g(n) + h(n):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- g(n): custo real do início até o nó.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- h(n): estimativa da distância restante.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 A* escolhe sempre o nó com menor f(n).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💬 'É como se o A* somasse o que já andou com uma previsão do que ainda falta e usasse isso para decidir.'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💬 'Ele evita caminhos longos demais justamente porque considera essas duas partes juntas.'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Heurística utilizada: Manhattan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457200" y="1097280"/>
            <a:ext cx="822924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Fórmula: h(n) = |x1 - x2| + |y1 - y2|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Funciona muito bem para grids onde só podemos mover em 4 direções (sem diagonais).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Simples, rápida de calcular, e sempre confiável para esse cenário.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Garante que o A* encontre o melhor caminho.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💬 'A Manhattan mede quantos passos exatos faltam sem cortar caminho por diagonais.'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💬 'É como andar por quarteirões: nunca dá para atravessar os prédios.'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que é uma heurística admissível?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457200" y="1097280"/>
            <a:ext cx="822924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Uma heurística é admissível se nunca superestima o custo até o destino.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Exemplo: h(n) ≤ custo real mínimo até o objetivo.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Isso garante que o A* encontre sempre o menor caminho possível.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 heurística de Manhattan é admissível.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💬 'Ela nunca mente dizendo que falta mais do que realmente falta.'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💬 'Isso é o que permite o A* tomar decisões certas do começo ao fim.'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representamos o grafo?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457200" y="1097280"/>
            <a:ext cx="822924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Cada célula da grade 10x10 é um vértice do grafo.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Células livres são conectadas a seus vizinhos ortogonais.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Obstáculos bloqueiam essas conexões.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 grafo é implícito: não usamos listas de adjacência.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💬 'Imagina um labirinto onde cada passo possível liga um ponto a outro, e as paredes bloqueiam os caminhos.'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💬 'É como uma cidade com ruas abertas e quarteirões fechados.'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o código está organizado?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457200" y="1097280"/>
            <a:ext cx="822924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astar.c: lógica principal do algoritmo A*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astar.h: declaração das estruturas e funções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main.c: inicialização do mapa e execução do A*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node_costs.c: impressão dos valores g, h, f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visual_graph.c: mostra o grafo como coordenadas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💬 'Dividir o código ajuda a manter as funções bem separadas e facilita a leitura.'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💬 'A estrutura modular também torna mais fácil modificar partes específicas se for necessário.'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o A* funciona passo a passo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57200" y="1097280"/>
            <a:ext cx="822924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Adiciona o nó inicial na lista aberta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Escolhe o nó com menor f(n)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Se for o destino, para e reconstrói o caminho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 Se não, move para a lista fechada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 Avalia os vizinhos e atualiza os custos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 Repete até encontrar o caminho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💬 'É como explorar uma cidade: sempre indo pela rua mais promissora até chegar ao destino.'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💬 'A reconstrução acontece voltando do fim até o início, seguindo os pais de cada nó.'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Exemplo visual da execução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457200" y="1097280"/>
            <a:ext cx="822924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 = Início, E = Fim, # = Obstáculo, . = Caminho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Grade 10x10 mostra obstáculos e rota final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Visual serve para interpretar as decisões do algoritmo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💬 'O visual com símbolos ajuda a entender como o algoritmo driblou os obstáculos e escolheu a rota ideal.'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💬 'Você enxerga o caminho real em tempo de execução.'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interpretar a saída do programa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457200" y="1097280"/>
            <a:ext cx="822924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Caminho traçado com '.' entre S e 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Custos g, h, f mostrados para nós visitados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Mostra também caminhos alternativos com g maior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💬 'A saída mostra que o A* testou outros caminhos, mas escolheu o melhor porque ele era mais barato.'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💬 'Os custos servem como justificativa visual da decisão do algoritmo.'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Conclusão e Perguntas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457200" y="1097280"/>
            <a:ext cx="822924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A* encontra o menor caminho com precisão e eficiência.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 heurística de Manhattan foi adequada e justificável.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 modularização do código facilitou a implementação.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 visual reforça o entendimento e aplicação do algoritmo.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💬 'Agora que entendemos como funciona, podemos adaptar o A* para outros tipos de mapas, pesos e usos.'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💬 'Se quiserem, posso mostrar como ele se comporta com outras heurísticas ou mais obstáculos.'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LibreOffice/25.2.3.2$Windows_X86_64 LibreOffice_project/bbb074479178df812d175f709636b368952c2ce3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2025-05-18T17:32:56Z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