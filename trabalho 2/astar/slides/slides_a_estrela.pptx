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Algoritmo A* — Introdução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O algoritmo A* (A estrela) é usado para encontrar o caminho mais curto entre dois pontos em um grafo.</a:t>
            </a:r>
            <a:br/>
            <a:br/>
            <a:r>
              <a:t>Ele combina:</a:t>
            </a:r>
            <a:br/>
            <a:r>
              <a:t>• g(n): custo real do caminho até o nó atual</a:t>
            </a:r>
            <a:br/>
            <a:r>
              <a:t>• h(n): estimativa do custo até o destino (heurística)</a:t>
            </a:r>
            <a:br/>
            <a:r>
              <a:t>• f(n) = g(n) + h(n): valor usado como prioridade</a:t>
            </a:r>
            <a:br/>
            <a:br/>
            <a:r>
              <a:t>A* é amplamente usado em GPS, jogos, robótica e IA para navegação eficiente.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Visualização: Grade com Caminho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Mapa representado como matriz 10x10:</a:t>
            </a:r>
            <a:br/>
            <a:br/>
            <a:r>
              <a:t>S = início</a:t>
            </a:r>
            <a:br/>
            <a:r>
              <a:t>E = destino</a:t>
            </a:r>
            <a:br/>
            <a:r>
              <a:t># = obstáculo</a:t>
            </a:r>
            <a:br/>
            <a:r>
              <a:t>. = caminho escolhido</a:t>
            </a:r>
            <a:br/>
            <a:br/>
            <a:r>
              <a:t>Exemplo:</a:t>
            </a:r>
            <a:br/>
            <a:r>
              <a:t>S . . # . . . . . .</a:t>
            </a:r>
            <a:br/>
            <a:r>
              <a:t># # . # # # # # # .</a:t>
            </a:r>
            <a:br/>
            <a:r>
              <a:t>#   . . #     #   .</a:t>
            </a:r>
            <a:br/>
            <a:r>
              <a:t>#   # # #     #   .</a:t>
            </a:r>
            <a:br/>
            <a:r>
              <a:t>    #     #   #   .</a:t>
            </a:r>
            <a:br/>
            <a:r>
              <a:t>#   # #   #   #   .</a:t>
            </a:r>
            <a:br/>
            <a:r>
              <a:t>#   # #   #   #   .</a:t>
            </a:r>
            <a:br/>
            <a:r>
              <a:t>#   # #   # # #   .</a:t>
            </a:r>
            <a:br/>
            <a:r>
              <a:t>        #         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Fluxo de Execução do A*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1. Adicione o nó inicial à lista aberta</a:t>
            </a:r>
            <a:br/>
            <a:r>
              <a:t>2. Enquanto houver nós na lista aberta:</a:t>
            </a:r>
            <a:br/>
            <a:r>
              <a:t>   • Escolha o nó com menor f = g + h</a:t>
            </a:r>
            <a:br/>
            <a:r>
              <a:t>   • Se for o destino, reconstrua o caminho</a:t>
            </a:r>
            <a:br/>
            <a:r>
              <a:t>   • Mova o nó para a lista fechada</a:t>
            </a:r>
            <a:br/>
            <a:r>
              <a:t>   • Para cada vizinho:</a:t>
            </a:r>
            <a:br/>
            <a:r>
              <a:t>       - Se não for válido ou estiver fechado, ignore</a:t>
            </a:r>
            <a:br/>
            <a:r>
              <a:t>       - Calcule novo g e f</a:t>
            </a:r>
            <a:br/>
            <a:r>
              <a:t>       - Se for melhor, atualize o vizinho e adicione à lista aberta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