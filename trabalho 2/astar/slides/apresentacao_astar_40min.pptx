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0B88A28-B061-4630-949C-107CC728BCF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 de tópicos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Sexto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Sétimo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778FEF7-F790-4487-AB2F-5AC1EAB3D27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CA906C6-9D18-44A5-A710-12C3B87A919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A876A49-E50C-495B-8591-D400E7C8907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753B994-8CEE-497C-8F9F-1811794EE66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8C26175-119D-4612-9033-246AA66D4C3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AB5CDC8-DF1F-4F03-9F9D-3718AEC9554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DD4BAC2-0716-4993-8C4C-779ADC0F57D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 de tópicos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Sexto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Sétimo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5726B6-7235-4AE7-837D-BCF0ECC5B48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5554588-0891-4769-8114-871AD1E161E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Sexto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Sétimo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065FF12-B8D3-4362-9C6B-DE39545EE72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Algoritmo A* e Aplicação em Grade com Obstáculos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Seminário de AED — Engenharia Elétrica e Computação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Apresentado por: Ali Abdallah Awada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Por que algoritmos de caminho são importantes?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Navegação por GPS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Jogos (IA de inimigos, movimentação)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Robótica (robozinhos, drones)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Sistemas logísticos</a:t>
            </a:r>
            <a:br>
              <a:rPr sz="2000"/>
            </a:b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→ Precisamos encontrar caminhos eficientes entre pontos com obstáculos.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Conceitos fundamentais de grafos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Grafo: conjunto de vértices conectados por arestas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Custo (peso): valor associado ao deslocamento entre vértices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Caminho: sequência de vértices conectados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Grafo implícito: matriz de células com vizinhos possíveis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que é o algoritmo A*?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Busca o caminho mais curto entre dois pontos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Usa custo real (g) + estimativa (h) = f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f(n) = g(n) + h(n)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Estratégia gulosa com heurística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Muito usado em IA e jogos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Heurística e função de custo f(n)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g(n): custo real do início até o nó atual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h(n): estimativa até o destino (usamos distância Manhattan)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f(n): valor total estimado</a:t>
            </a:r>
            <a:br>
              <a:rPr sz="2000"/>
            </a:b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→ O A* sempre escolhe o nó com menor f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Visualização do mapa como grafo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 = início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 = destino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# = obstáculo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. = caminho escolhido</a:t>
            </a:r>
            <a:br>
              <a:rPr sz="2000"/>
            </a:b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Exemplo: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 . . . . # . . . .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# # # . # # # # # .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#   . . #     #   .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#   # # #     #   .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#     #   #   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Etapas do algoritmo A*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1. Adiciona o nó inicial à lista aberta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 Enquanto houver nós abertos: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a. Seleciona nó com menor f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b. Move para a lista fechada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c. Atualiza vizinhos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 Reconstrói caminho quando destino é alcançado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Demonstração do programa em C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Implementado em linguagem C, com estrutura modular: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- astar.c: lógica do algoritmo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- node_costs.c: impressão dos custos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- visual_graph.c: grafo textual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- main.c: execução e visualização</a:t>
            </a:r>
            <a:br>
              <a:rPr sz="2000"/>
            </a:b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Simula navegação em matriz 10x10 com obstáculos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Mostra o caminho ideal e os custos g/h/f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Resultados do programa (exemplo)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Caminho encontrado: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 . . . . . . . . E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Tabela de custos: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[1,2] g=3 h=6 f=9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[2,2] g=4 h=5 f=9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Custo total do caminho: 18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→ Visual direto, didático e claro para análise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Discussão e Perguntas (10 minutos)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O que aconteceria com outros tipos de heurísticas?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O A* sempre encontra o melhor caminho?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Como adaptar o código para pesos diferentes?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E se o mapa for maior ou carregado de obstáculos?</a:t>
            </a:r>
            <a:br>
              <a:rPr sz="2000"/>
            </a:b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→ Espaço para dúvidas e curiosidades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LibreOffice/25.2.3.2$Windows_X86_64 LibreOffice_project/bbb074479178df812d175f709636b368952c2ce3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2025-05-18T17:33:03Z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