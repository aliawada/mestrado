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4C645C-51AA-434B-8B56-4D09BD4FDB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399838-96C7-47BA-962F-7CF2194A031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B7DC8E-5328-49D5-A0FC-028377AD47B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DF6C88-F621-4FE7-8608-E923739C37D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D3E882-81C8-4E06-ABA1-B5B9880D236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21CB61-6046-4C7C-96A2-7E6169957B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595283-2AC4-4736-9678-55FEE51B9D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5DB306-6E55-48EA-A7B5-47D42F0C7D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CF8555-3A06-4127-9E7D-B5A86A89CA4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251878-856E-4BB7-8D6C-D201E77505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7D02FF-9E56-41B9-807D-7C6FC4BEB61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Árvores de Huffman — Compressão de Dados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Seminário de Estruturas de Dados — Mestrado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Apresentado por: Ali Abdallah Awada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Motivação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137160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reduzir o tamanho de arquivos sem perder dados?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representar símbolos com menos bits quando aparecem mais vezes?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dizer isso no seminário: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Esse algoritmo responde a um problema do mundo real: como economizar espaço ao guardar ou transmitir informações. É aqui que entra a Árvore de Huffman.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que é uma Árvore de Huffman?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57200" y="137160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Uma estrutura de árvore binária usada para compressão de dados sem perda.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Símbolos mais frequentes recebem códigos menores.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dizer isso no seminário: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ideia é bem simples: o que aparece mais deve ocupar menos espaço. Então a árvore é construída respeitando essas frequências.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Construção da Árvore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457200" y="137160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Cria-se um nó para cada símbolo com sua frequência.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Junta-se os dois menores nós.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Repete até restar um nó raiz.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Caminho até cada símbolo define seu código binário.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dizer isso no seminário: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construção é como empilhar blocos, sempre combinando os menores. No fim, a árvore forma um código prefixo eficiente.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 Símbolos e Frequências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37160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Símbolos: a b c d e f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Frequências: 5 9 12 13 16 45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dizer isso no seminário: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Vamos usar esse exemplo para mostrar como a árvore é montada e quais códigos binários saem disso.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Códigos Gerados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37160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Após construir a árvore, temos os códigos binários: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f: 0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c: 100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d: 101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a: 1100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b: 1101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e: 111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dizer isso no seminário: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Perceba que os códigos nunca se repetem no começo. Isso é chamado de código prefixo: nenhum código é prefixo de outro.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Complexidade do Algoritmo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37160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Construção: O(n log n), onde n é o número de símbolos.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Codificação: O(n), proporcional ao tamanho da mensagem.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dizer isso no seminário: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É rápido de montar e muito eficiente na hora de codificar mensagens longas.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Aplicações Reais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137160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JPEG, MP3, ZIP, GIF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Transmissão de dados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Compressão em jogos, bancos de dados, redes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dizer isso no seminário: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Mesmo que a gente não veja diretamente, esse algoritmo está por trás de quase tudo que envolve arquivos compactados.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Código em C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37160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Estrutura modular com criação de heap, árvore e codificação.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Exemplo prático com 6 símbolos.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Saída: códigos binários eficientes.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dizer isso no seminário: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Vamos mostrar como isso funciona na prática agora, com uma execução passo a passo do código em C.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Conclusão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137160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Árvore de Huffman é uma estrutura simples, eficiente e muito aplicada.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 poucos passos, entrega uma compressão poderosa.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Como dizer isso no seminário: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Essa é uma das estruturas mais inteligentes da computação: simples no conceito, poderosa no uso.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LibreOffice/25.2.3.2$Windows_X86_64 LibreOffice_project/bbb074479178df812d175f709636b368952c2ce3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2025-05-18T17:43:53Z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